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56fc5366864af8" /><Relationship Type="http://schemas.openxmlformats.org/officeDocument/2006/relationships/extended-properties" Target="/docProps/app.xml" Id="R6eb4a6bede464c8b" /><Relationship Type="http://schemas.openxmlformats.org/officeDocument/2006/relationships/officeDocument" Target="/ppt/presentation.xml" Id="R650ba5211db44a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dc399372274e67"/>
  </p:sldMasterIdLst>
  <p:notesMasterIdLst>
    <p:notesMasterId xmlns:r="http://schemas.openxmlformats.org/officeDocument/2006/relationships" r:id="R2ede6a186e7841f9"/>
  </p:notesMasterIdLst>
  <p:sldIdLst>
    <p:sldId xmlns:r="http://schemas.openxmlformats.org/officeDocument/2006/relationships" id="256" r:id="R3b7ffcb52d394406"/>
    <p:sldId xmlns:r="http://schemas.openxmlformats.org/officeDocument/2006/relationships" id="257" r:id="Re7e4076811ba4afc"/>
    <p:sldId xmlns:r="http://schemas.openxmlformats.org/officeDocument/2006/relationships" id="258" r:id="R6732f72ceb7b4a9d"/>
    <p:sldId xmlns:r="http://schemas.openxmlformats.org/officeDocument/2006/relationships" id="259" r:id="R7c93b12fe12942ef"/>
    <p:sldId xmlns:r="http://schemas.openxmlformats.org/officeDocument/2006/relationships" id="260" r:id="Rd5975c0ee3184019"/>
    <p:sldId xmlns:r="http://schemas.openxmlformats.org/officeDocument/2006/relationships" id="261" r:id="R1e2d3340de6640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8623ef76d4947" /><Relationship Type="http://schemas.openxmlformats.org/officeDocument/2006/relationships/slideMaster" Target="/ppt/slideMasters/slideMaster1.xml" Id="Rb2dc399372274e67" /><Relationship Type="http://schemas.openxmlformats.org/officeDocument/2006/relationships/notesMaster" Target="/ppt/notesMasters/notesMaster1.xml" Id="R2ede6a186e7841f9" /><Relationship Type="http://schemas.openxmlformats.org/officeDocument/2006/relationships/presProps" Target="/ppt/presProps.xml" Id="R08adb2f982984122" /><Relationship Type="http://schemas.openxmlformats.org/officeDocument/2006/relationships/tableStyles" Target="/ppt/tableStyles.xml" Id="R238c0510cd144251" /><Relationship Type="http://schemas.openxmlformats.org/officeDocument/2006/relationships/slide" Target="/ppt/slides/slide1.xml" Id="R3b7ffcb52d394406" /><Relationship Type="http://schemas.openxmlformats.org/officeDocument/2006/relationships/slide" Target="/ppt/slides/slide2.xml" Id="Re7e4076811ba4afc" /><Relationship Type="http://schemas.openxmlformats.org/officeDocument/2006/relationships/slide" Target="/ppt/slides/slide3.xml" Id="R6732f72ceb7b4a9d" /><Relationship Type="http://schemas.openxmlformats.org/officeDocument/2006/relationships/slide" Target="/ppt/slides/slide4.xml" Id="R7c93b12fe12942ef" /><Relationship Type="http://schemas.openxmlformats.org/officeDocument/2006/relationships/slide" Target="/ppt/slides/slide5.xml" Id="Rd5975c0ee3184019" /><Relationship Type="http://schemas.openxmlformats.org/officeDocument/2006/relationships/slide" Target="/ppt/slides/slide6.xml" Id="R1e2d3340de66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9e738262f042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11f178713341d2" /><Relationship Type="http://schemas.openxmlformats.org/officeDocument/2006/relationships/notesMaster" Target="/ppt/notesMasters/notesMaster1.xml" Id="R228e61add8c34d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cea78ea0ae40ac" /><Relationship Type="http://schemas.openxmlformats.org/officeDocument/2006/relationships/notesMaster" Target="/ppt/notesMasters/notesMaster1.xml" Id="R61ced0c976944c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ae49e02a494683" /><Relationship Type="http://schemas.openxmlformats.org/officeDocument/2006/relationships/notesMaster" Target="/ppt/notesMasters/notesMaster1.xml" Id="Rb2f5610cc1be42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bcb2363ae4044" /><Relationship Type="http://schemas.openxmlformats.org/officeDocument/2006/relationships/notesMaster" Target="/ppt/notesMasters/notesMaster1.xml" Id="R97b455b5927542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5ef7400c46465d" /><Relationship Type="http://schemas.openxmlformats.org/officeDocument/2006/relationships/notesMaster" Target="/ppt/notesMasters/notesMaster1.xml" Id="R89b66b4140474c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a224ccea684056" /><Relationship Type="http://schemas.openxmlformats.org/officeDocument/2006/relationships/notesMaster" Target="/ppt/notesMasters/notesMaster1.xml" Id="Rf743b6753523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and actual prototype: https://github.com/gylshaurya/stagepay</a:t>
            </a:r>
          </a:p>
          <a:p xmlns:a="http://schemas.openxmlformats.org/drawingml/2006/main">
            <a:r>
              <a:t>Public app: https://gylshaurya.github.io/stagepay/</a:t>
            </a:r>
          </a:p>
          <a:p xmlns:a="http://schemas.openxmlformats.org/drawingml/2006/main">
            <a:r>
              <a:t>This is not a production payment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hypothesis and selected product scope, not a claim of customer interviews or measured adoption. Project explanation: https://github.com/gylshaurya/stagepay/blob/main/submission.md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the actual recorded local workflow, not a public Sepolia receipt. https://github.com/gylshaurya/stagepay/releases/tag/demo-v1</a:t>
            </a:r>
          </a:p>
          <a:p xmlns:a="http://schemas.openxmlformats.org/drawingml/2006/main">
            <a:r>
              <a:t>Contract: https://github.com/gylshaurya/stagepay/blob/main/contracts/Stagepay.sol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walkthrough screenshot. Acceptance and scope-change invariants are implemented and tested in https://github.com/gylshaurya/stagepay/blob/main/contracts/Stagepay.sol and repository Foundry tests. The useful distinction is binding scope version, delivery evidence and one-time payment in the same workflow; no claim of being the first escrow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https://github.com/gylshaurya/stagepay/blob/main/contracts/Stagepay.sol</a:t>
            </a:r>
          </a:p>
          <a:p xmlns:a="http://schemas.openxmlformats.org/drawingml/2006/main">
            <a:r>
              <a:t>Pinned dependencies and setup: https://github.com/gylshaurya/stagepay/blob/main/package.json</a:t>
            </a:r>
          </a:p>
          <a:p xmlns:a="http://schemas.openxmlformats.org/drawingml/2006/main">
            <a:r>
              <a:t>No specific event sponsor SDK is claimed. Free GitHub Pages hosts the public browser app; Python/SQLite provide a separate private local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walkthrough: https://github.com/gylshaurya/stagepay/blob/main/docs/sepolia-walkthrough.json</a:t>
            </a:r>
          </a:p>
          <a:p xmlns:a="http://schemas.openxmlformats.org/drawingml/2006/main">
            <a:r>
              <a:t>Deployment: https://github.com/gylshaurya/stagepay/blob/main/docs/sepolia-deployment.json</a:t>
            </a:r>
          </a:p>
          <a:p xmlns:a="http://schemas.openxmlformats.org/drawingml/2006/main">
            <a:r>
              <a:t>Demo: https://github.com/gylshaurya/stagepay/releases/tag/demo-v1</a:t>
            </a:r>
          </a:p>
          <a:p xmlns:a="http://schemas.openxmlformats.org/drawingml/2006/main">
            <a:r>
              <a:t>Both contracts have Sourcify exact source matches. Same public core signed real transactions through encrypted project wallets; extension-wallet signing UI was not directly exercised in the in-app browser. No independent security audit or customer outcome study is claimed. Potential impact is clearer handover and fewer ambiguous payment decisions; that impact is not yet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07074871349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a32c135b5445a" /><Relationship Type="http://schemas.openxmlformats.org/officeDocument/2006/relationships/slideLayout" Target="/ppt/slideLayouts/slideLayout1.xml" Id="R3af82193b6a2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f82193b6a2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36c831f9b4401" /><Relationship Type="http://schemas.openxmlformats.org/officeDocument/2006/relationships/notesSlide" Target="/ppt/notesSlides/notesSlide1.xml" Id="R9153ae41a01549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43561116f4ef6" /><Relationship Type="http://schemas.openxmlformats.org/officeDocument/2006/relationships/notesSlide" Target="/ppt/notesSlides/notesSlide2.xml" Id="R402382c8192647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f552b37484e6e" /><Relationship Type="http://schemas.openxmlformats.org/officeDocument/2006/relationships/image" Target="/ppt/media/image.jpeg" Id="R3a50ce9c764b4958" /><Relationship Type="http://schemas.openxmlformats.org/officeDocument/2006/relationships/notesSlide" Target="/ppt/notesSlides/notesSlide3.xml" Id="Re1daf054396341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dfb87fbcf4bee" /><Relationship Type="http://schemas.openxmlformats.org/officeDocument/2006/relationships/image" Target="/ppt/media/image2.jpeg" Id="Rcc2a56d51db740a2" /><Relationship Type="http://schemas.openxmlformats.org/officeDocument/2006/relationships/notesSlide" Target="/ppt/notesSlides/notesSlide4.xml" Id="R61f7a8fddfc24d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9989f28bb477d" /><Relationship Type="http://schemas.openxmlformats.org/officeDocument/2006/relationships/notesSlide" Target="/ppt/notesSlides/notesSlide5.xml" Id="R509e0637459146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32a50eb774646" /><Relationship Type="http://schemas.openxmlformats.org/officeDocument/2006/relationships/image" Target="/ppt/media/image3.jpeg" Id="Ra80d815b0077429f" /><Relationship Type="http://schemas.openxmlformats.org/officeDocument/2006/relationships/notesSlide" Target="/ppt/notesSlides/notesSlide6.xml" Id="R3372a97c5b5349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0445F-191F-447D-9DA1-093E08F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61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Stagepay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20766-4298-4E6A-9EF1-CB141E7C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971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300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Freelance milestones, reviewed before payment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1D4CD-367D-4DEE-9B55-4DA73F6A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1DFEC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0">
                <a:solidFill>
                  <a:srgbClr val="D1DFEC"/>
                </a:solidFill>
                <a:latin typeface="Trebuchet MS"/>
                <a:ea typeface="Trebuchet MS"/>
                <a:cs typeface="Trebuchet MS"/>
              </a:rPr>
              <a:t>A working prototype using test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19151-DA3C-494C-BA10-50CEA17E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1DFE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D1DFEC"/>
                </a:solidFill>
                <a:latin typeface="Trebuchet MS"/>
                <a:ea typeface="Trebuchet MS"/>
                <a:cs typeface="Trebuchet MS"/>
              </a:rPr>
              <a:t>Shaurya Goyal  |  3rd-Web-Hack</a:t>
            </a:r>
          </a:p>
        </p:txBody>
      </p:sp>
    </p:spTree>
    <p:extLst>
      <p:ext uri="{BB962C8B-B14F-4D97-AF65-F5344CB8AC3E}">
        <p14:creationId xmlns:p14="http://schemas.microsoft.com/office/powerpoint/2010/main" val="1955855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D6242-6C75-4581-97F0-96999EEF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The small freelance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2EA6A-ABB0-4175-AB04-60101B5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3000" b="0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A scope in chat. Files in another place.</a:t>
            </a:r>
          </a:p>
          <a:p xmlns:a="http://schemas.openxmlformats.org/drawingml/2006/main">
            <a:pPr>
              <a:defRPr sz="3000" b="0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3000" b="0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A payment record with little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B36B1-15A6-4885-B2F4-E7439BBE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26578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0">
                <a:solidFill>
                  <a:srgbClr val="526578"/>
                </a:solidFill>
                <a:latin typeface="Trebuchet MS"/>
                <a:ea typeface="Trebuchet MS"/>
                <a:cs typeface="Trebuchet MS"/>
              </a:rPr>
              <a:t>When the work changes, both people need to know which version they agreed to and which delivery was accepted.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F7659-19DF-4017-AE05-87D55126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rPr>
              <a:t>Stagepay keeps those decisions attached to the same agreement.</a:t>
            </a:r>
          </a:p>
        </p:txBody>
      </p:sp>
    </p:spTree>
    <p:extLst>
      <p:ext uri="{BB962C8B-B14F-4D97-AF65-F5344CB8AC3E}">
        <p14:creationId xmlns:p14="http://schemas.microsoft.com/office/powerpoint/2010/main" val="1237989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7AFC0-A414-465B-BA45-A24C8198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Review before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462EF-F208-489C-B5D1-6F11828B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90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The client funds agreed milestones with test tokens.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8C5BE-C8C4-4836-95E7-FA37B9AC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3390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The freelancer submits a link and a delivery note.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CE3DB-9D25-4F69-B9D3-E296EBFA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90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rPr>
              <a:t>Acceptance pays once.</a:t>
            </a:r>
          </a:p>
          <a:p xmlns:a="http://schemas.openxmlformats.org/drawingml/2006/main">
            <a:pPr>
              <a:defRPr sz="21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rPr>
              <a:t>A revision pays nothing.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0ce9c764b4958"/>
          <a:stretch xmlns:a="http://schemas.openxmlformats.org/drawingml/2006/main"/>
        </p:blipFill>
        <p:spPr>
          <a:xfrm xmlns:a="http://schemas.openxmlformats.org/drawingml/2006/main">
            <a:off x="4295775" y="1583450"/>
            <a:ext cx="7353300" cy="41387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E2B1D-737F-4532-9C22-C2B6CEC9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905500"/>
            <a:ext cx="728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8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26578"/>
                </a:solidFill>
                <a:latin typeface="Trebuchet MS"/>
                <a:ea typeface="Trebuchet MS"/>
                <a:cs typeface="Trebuchet MS"/>
              </a:rPr>
              <a:t>Actual local demo: funding, agreement, delivery and revision receipts</a:t>
            </a:r>
          </a:p>
        </p:txBody>
      </p:sp>
    </p:spTree>
    <p:extLst>
      <p:ext uri="{BB962C8B-B14F-4D97-AF65-F5344CB8AC3E}">
        <p14:creationId xmlns:p14="http://schemas.microsoft.com/office/powerpoint/2010/main" val="557047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5EBE3-14C5-4D32-B317-B6322E82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Changing the unpaid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BA93C-2EDA-4DD5-90CE-5D314AC1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90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Both people must agree to the new version.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546BF-2D9F-4F8C-86DC-97C5607A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33909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Accepted work stays paid. Unpaid work needs new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E3E52-0CAE-4127-9EAF-78E90689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3909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5C92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0">
                <a:solidFill>
                  <a:srgbClr val="245C92"/>
                </a:solidFill>
                <a:latin typeface="Trebuchet MS"/>
                <a:ea typeface="Trebuchet MS"/>
                <a:cs typeface="Trebuchet MS"/>
              </a:rPr>
              <a:t>The scope and delivery hashes keep old approvals from paying changed work.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a56d51db740a2"/>
          <a:stretch xmlns:a="http://schemas.openxmlformats.org/drawingml/2006/main"/>
        </p:blipFill>
        <p:spPr>
          <a:xfrm xmlns:a="http://schemas.openxmlformats.org/drawingml/2006/main">
            <a:off x="4295775" y="1583450"/>
            <a:ext cx="7353300" cy="41387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5E9DF-E001-491B-974A-B0A9D396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905500"/>
            <a:ext cx="728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8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26578"/>
                </a:solidFill>
                <a:latin typeface="Trebuchet MS"/>
                <a:ea typeface="Trebuchet MS"/>
                <a:cs typeface="Trebuchet MS"/>
              </a:rPr>
              <a:t>Local demo: 10 DEMO credited; 20 DEMO remains for unpaid work</a:t>
            </a:r>
          </a:p>
        </p:txBody>
      </p:sp>
    </p:spTree>
    <p:extLst>
      <p:ext uri="{BB962C8B-B14F-4D97-AF65-F5344CB8AC3E}">
        <p14:creationId xmlns:p14="http://schemas.microsoft.com/office/powerpoint/2010/main" val="207228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3F4C7-C18C-4A86-9C66-7E614800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What the contract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365C8-F77A-4B15-95DB-677555E8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defRPr>
            </a:pPr>
            <a:r>
              <a:rPr sz="24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rPr>
              <a:t>Named parties and exact versions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D0D8E-D8CB-427C-BB18-02B86314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0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Only the agreed client and freelancer can act. Acceptance checks the current scope and submitted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C84F0-47E0-4E6E-87F6-488B0C9D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defRPr>
            </a:pPr>
            <a:r>
              <a:rPr sz="24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rPr>
              <a:t>A payment can be withdrawn once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94D27-174E-4864-805E-E363DF7D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47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0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Solidity holds the test asset and credits accepted work. The browser uses ethers; OpenZeppelin handles safe token transfers and reentrancy protection.</a:t>
            </a:r>
          </a:p>
        </p:txBody>
      </p:sp>
    </p:spTree>
    <p:extLst>
      <p:ext uri="{BB962C8B-B14F-4D97-AF65-F5344CB8AC3E}">
        <p14:creationId xmlns:p14="http://schemas.microsoft.com/office/powerpoint/2010/main" val="1805560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36A38-287A-40DB-8545-0C2B1DCC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3300" b="1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A real testnet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FCE62-6220-49CC-BAEA-21AD7A07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3524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245C92"/>
                </a:solidFill>
                <a:latin typeface="Trebuchet MS"/>
                <a:ea typeface="Trebuchet MS"/>
                <a:cs typeface="Trebuchet MS"/>
              </a:rPr>
              <a:t>13 confirmed Sepolia transactions completed the public example.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A6C99-DD1E-49BE-843F-491C2536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524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0">
                <a:solidFill>
                  <a:srgbClr val="17334C"/>
                </a:solidFill>
                <a:latin typeface="Trebuchet MS"/>
                <a:ea typeface="Trebuchet MS"/>
                <a:cs typeface="Trebuchet MS"/>
              </a:rPr>
              <a:t>The agreement closed with no escrow balance or unclaimed credit.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B1AFD-13A3-4A0A-A93D-AD4FE347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524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8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526578"/>
                </a:solidFill>
                <a:latin typeface="Trebuchet MS"/>
                <a:ea typeface="Trebuchet MS"/>
                <a:cs typeface="Trebuchet MS"/>
              </a:rPr>
              <a:t>Test tokens only. If both people never agree on a dispute, tokens may stay locked.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d815b0077429f"/>
          <a:stretch xmlns:a="http://schemas.openxmlformats.org/drawingml/2006/main"/>
        </p:blipFill>
        <p:spPr>
          <a:xfrm xmlns:a="http://schemas.openxmlformats.org/drawingml/2006/main">
            <a:off x="4391025" y="1553106"/>
            <a:ext cx="7258050" cy="40851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1955E-D1E3-46B6-9BE0-D4AECD10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5C9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45C92"/>
                </a:solidFill>
                <a:latin typeface="Trebuchet MS"/>
                <a:ea typeface="Trebuchet MS"/>
                <a:cs typeface="Trebuchet MS"/>
              </a:rPr>
              <a:t>App: gylshaurya.github.io/stagepay/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C0751-A868-47FC-BBA3-29044E7A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219825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5C9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45C92"/>
                </a:solidFill>
                <a:latin typeface="Trebuchet MS"/>
                <a:ea typeface="Trebuchet MS"/>
                <a:cs typeface="Trebuchet MS"/>
              </a:rPr>
              <a:t>Code: github.com/gylshaurya/stagepay</a:t>
            </a:r>
          </a:p>
        </p:txBody>
      </p:sp>
    </p:spTree>
    <p:extLst>
      <p:ext uri="{BB962C8B-B14F-4D97-AF65-F5344CB8AC3E}">
        <p14:creationId xmlns:p14="http://schemas.microsoft.com/office/powerpoint/2010/main" val="1669124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2026-09-06T00:18:46.5100000Z</dcterms:created>
  <dcterms:modified xsi:type="dcterms:W3CDTF">2026-09-06T00:18:46.5100000Z</dcterms:modified>
</coreProperties>
</file>